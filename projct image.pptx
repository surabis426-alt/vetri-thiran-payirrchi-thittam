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F0DC1-EFA7-40D9-B33A-C8A314D7455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B4A8A-77F0-40ED-8C90-0DCD41A30E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611B-F8B6-4932-AD6E-DD01DEE6FE58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DF03-942F-41A6-893D-8BD310F94E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611B-F8B6-4932-AD6E-DD01DEE6FE58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DF03-942F-41A6-893D-8BD310F94E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611B-F8B6-4932-AD6E-DD01DEE6FE58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DF03-942F-41A6-893D-8BD310F94E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611B-F8B6-4932-AD6E-DD01DEE6FE58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DF03-942F-41A6-893D-8BD310F94E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611B-F8B6-4932-AD6E-DD01DEE6FE58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DF03-942F-41A6-893D-8BD310F94E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611B-F8B6-4932-AD6E-DD01DEE6FE58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DF03-942F-41A6-893D-8BD310F94E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611B-F8B6-4932-AD6E-DD01DEE6FE58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DF03-942F-41A6-893D-8BD310F94E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611B-F8B6-4932-AD6E-DD01DEE6FE58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DF03-942F-41A6-893D-8BD310F94E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611B-F8B6-4932-AD6E-DD01DEE6FE58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DF03-942F-41A6-893D-8BD310F94E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611B-F8B6-4932-AD6E-DD01DEE6FE58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DF03-942F-41A6-893D-8BD310F94E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611B-F8B6-4932-AD6E-DD01DEE6FE58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DF03-942F-41A6-893D-8BD310F94E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4611B-F8B6-4932-AD6E-DD01DEE6FE58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7DF03-942F-41A6-893D-8BD310F94EE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WhatsApp Image 2026-09-29 at 10.38.15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9-29 at 10.22.14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9-29 at 8.53.48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601"/>
            <a:ext cx="10644229" cy="69096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9-29 at 8.53.22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58346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9-29 at 10.22.12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9-29 at 8.53.47 PM (4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4346" y="0"/>
            <a:ext cx="9358346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9-29 at 10.19.24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9-29 at 10.18.14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9-29 at 8.53.21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8660" y="0"/>
            <a:ext cx="9858444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9-30 at 3.08.26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9-29 at 10.22.14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9-29 at 8.53.05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8660" y="0"/>
            <a:ext cx="11858708" cy="7000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9-29 at 10.22.13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9-29 at 11.10.04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YAMAHARAJ</dc:creator>
  <cp:lastModifiedBy>YAMAHARAJ</cp:lastModifiedBy>
  <cp:revision>29</cp:revision>
  <dcterms:created xsi:type="dcterms:W3CDTF">2026-09-29T13:53:49Z</dcterms:created>
  <dcterms:modified xsi:type="dcterms:W3CDTF">2026-09-30T09:48:06Z</dcterms:modified>
</cp:coreProperties>
</file>